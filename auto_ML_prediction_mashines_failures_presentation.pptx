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33d427a5ab42a9" /><Relationship Type="http://schemas.openxmlformats.org/officeDocument/2006/relationships/extended-properties" Target="/docProps/app.xml" Id="Rc94bdf3c0b3241b8" /><Relationship Type="http://schemas.openxmlformats.org/officeDocument/2006/relationships/officeDocument" Target="/ppt/presentation.xml" Id="R7131edb8279f46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c6b09f74c44dd0"/>
  </p:sldMasterIdLst>
  <p:notesMasterIdLst>
    <p:notesMasterId xmlns:r="http://schemas.openxmlformats.org/officeDocument/2006/relationships" r:id="Rfb099b09abd74beb"/>
  </p:notesMasterIdLst>
  <p:sldIdLst>
    <p:sldId xmlns:r="http://schemas.openxmlformats.org/officeDocument/2006/relationships" id="256" r:id="R5e18872174dc4f1b"/>
    <p:sldId xmlns:r="http://schemas.openxmlformats.org/officeDocument/2006/relationships" id="257" r:id="R64426168534f49b8"/>
    <p:sldId xmlns:r="http://schemas.openxmlformats.org/officeDocument/2006/relationships" id="258" r:id="R1346af5370ff4f3e"/>
    <p:sldId xmlns:r="http://schemas.openxmlformats.org/officeDocument/2006/relationships" id="259" r:id="R0068c4c7bfd4447a"/>
    <p:sldId xmlns:r="http://schemas.openxmlformats.org/officeDocument/2006/relationships" id="260" r:id="Rdcb81315fc554ce8"/>
    <p:sldId xmlns:r="http://schemas.openxmlformats.org/officeDocument/2006/relationships" id="261" r:id="R9af3761df2ae444b"/>
    <p:sldId xmlns:r="http://schemas.openxmlformats.org/officeDocument/2006/relationships" id="262" r:id="R70a53b78bc3b4689"/>
    <p:sldId xmlns:r="http://schemas.openxmlformats.org/officeDocument/2006/relationships" id="263" r:id="R1b17fe1fd31546bf"/>
    <p:sldId xmlns:r="http://schemas.openxmlformats.org/officeDocument/2006/relationships" id="264" r:id="R9cf49d60301f4568"/>
    <p:sldId xmlns:r="http://schemas.openxmlformats.org/officeDocument/2006/relationships" id="265" r:id="Rdcbe23f1bd3748fa"/>
    <p:sldId xmlns:r="http://schemas.openxmlformats.org/officeDocument/2006/relationships" id="266" r:id="R70f0103aa8ce46ea"/>
    <p:sldId xmlns:r="http://schemas.openxmlformats.org/officeDocument/2006/relationships" id="267" r:id="R821473f1479c4296"/>
    <p:sldId xmlns:r="http://schemas.openxmlformats.org/officeDocument/2006/relationships" id="268" r:id="R014ebf41af5f4d85"/>
    <p:sldId xmlns:r="http://schemas.openxmlformats.org/officeDocument/2006/relationships" id="269" r:id="R9216bcb4abcd4c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2c0bcf08074748" /><Relationship Type="http://schemas.openxmlformats.org/officeDocument/2006/relationships/slideMaster" Target="/ppt/slideMasters/slideMaster1.xml" Id="R1ec6b09f74c44dd0" /><Relationship Type="http://schemas.openxmlformats.org/officeDocument/2006/relationships/notesMaster" Target="/ppt/notesMasters/notesMaster1.xml" Id="Rfb099b09abd74beb" /><Relationship Type="http://schemas.openxmlformats.org/officeDocument/2006/relationships/presProps" Target="/ppt/presProps.xml" Id="R41950d7046be4900" /><Relationship Type="http://schemas.openxmlformats.org/officeDocument/2006/relationships/viewProps" Target="/ppt/viewProps.xml" Id="R7bd242ce2b1c441e" /><Relationship Type="http://schemas.openxmlformats.org/officeDocument/2006/relationships/tableStyles" Target="/ppt/tableStyles.xml" Id="Rcaf7ce27e4ed43e2" /><Relationship Type="http://schemas.openxmlformats.org/officeDocument/2006/relationships/slide" Target="/ppt/slides/slide1.xml" Id="R5e18872174dc4f1b" /><Relationship Type="http://schemas.openxmlformats.org/officeDocument/2006/relationships/slide" Target="/ppt/slides/slide2.xml" Id="R64426168534f49b8" /><Relationship Type="http://schemas.openxmlformats.org/officeDocument/2006/relationships/slide" Target="/ppt/slides/slide3.xml" Id="R1346af5370ff4f3e" /><Relationship Type="http://schemas.openxmlformats.org/officeDocument/2006/relationships/slide" Target="/ppt/slides/slide4.xml" Id="R0068c4c7bfd4447a" /><Relationship Type="http://schemas.openxmlformats.org/officeDocument/2006/relationships/slide" Target="/ppt/slides/slide5.xml" Id="Rdcb81315fc554ce8" /><Relationship Type="http://schemas.openxmlformats.org/officeDocument/2006/relationships/slide" Target="/ppt/slides/slide6.xml" Id="R9af3761df2ae444b" /><Relationship Type="http://schemas.openxmlformats.org/officeDocument/2006/relationships/slide" Target="/ppt/slides/slide7.xml" Id="R70a53b78bc3b4689" /><Relationship Type="http://schemas.openxmlformats.org/officeDocument/2006/relationships/slide" Target="/ppt/slides/slide8.xml" Id="R1b17fe1fd31546bf" /><Relationship Type="http://schemas.openxmlformats.org/officeDocument/2006/relationships/slide" Target="/ppt/slides/slide9.xml" Id="R9cf49d60301f4568" /><Relationship Type="http://schemas.openxmlformats.org/officeDocument/2006/relationships/slide" Target="/ppt/slides/slide10.xml" Id="Rdcbe23f1bd3748fa" /><Relationship Type="http://schemas.openxmlformats.org/officeDocument/2006/relationships/slide" Target="/ppt/slides/slide11.xml" Id="R70f0103aa8ce46ea" /><Relationship Type="http://schemas.openxmlformats.org/officeDocument/2006/relationships/slide" Target="/ppt/slides/slide12.xml" Id="R821473f1479c4296" /><Relationship Type="http://schemas.openxmlformats.org/officeDocument/2006/relationships/slide" Target="/ppt/slides/slide13.xml" Id="R014ebf41af5f4d85" /><Relationship Type="http://schemas.openxmlformats.org/officeDocument/2006/relationships/slide" Target="/ppt/slides/slide14.xml" Id="R9216bcb4abcd4c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6c4d8e98cf42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f0e9648ce448eb" /><Relationship Type="http://schemas.openxmlformats.org/officeDocument/2006/relationships/notesMaster" Target="/ppt/notesMasters/notesMaster1.xml" Id="R9fbb142e31fe4c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64659c55cd40e3" /><Relationship Type="http://schemas.openxmlformats.org/officeDocument/2006/relationships/notesMaster" Target="/ppt/notesMasters/notesMaster1.xml" Id="Rb72ee3b3bbde4f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03de70286642f9" /><Relationship Type="http://schemas.openxmlformats.org/officeDocument/2006/relationships/notesMaster" Target="/ppt/notesMasters/notesMaster1.xml" Id="R5047ff74eddc41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5ea0033c514dca" /><Relationship Type="http://schemas.openxmlformats.org/officeDocument/2006/relationships/notesMaster" Target="/ppt/notesMasters/notesMaster1.xml" Id="R8307ff0a469246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2b2d7582364d0e" /><Relationship Type="http://schemas.openxmlformats.org/officeDocument/2006/relationships/notesMaster" Target="/ppt/notesMasters/notesMaster1.xml" Id="R7fef970d174240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d660133e3f40bc" /><Relationship Type="http://schemas.openxmlformats.org/officeDocument/2006/relationships/notesMaster" Target="/ppt/notesMasters/notesMaster1.xml" Id="R1a00d30e236445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66e2cc20514515" /><Relationship Type="http://schemas.openxmlformats.org/officeDocument/2006/relationships/notesMaster" Target="/ppt/notesMasters/notesMaster1.xml" Id="Rf342abb2069347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3527ff484e4309" /><Relationship Type="http://schemas.openxmlformats.org/officeDocument/2006/relationships/notesMaster" Target="/ppt/notesMasters/notesMaster1.xml" Id="R98ffa1beac8b4b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139d202f4f429e" /><Relationship Type="http://schemas.openxmlformats.org/officeDocument/2006/relationships/notesMaster" Target="/ppt/notesMasters/notesMaster1.xml" Id="Rda4989f9056a40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20d01de1394fc2" /><Relationship Type="http://schemas.openxmlformats.org/officeDocument/2006/relationships/notesMaster" Target="/ppt/notesMasters/notesMaster1.xml" Id="R9ab95d36757244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fe880ba0e9484f" /><Relationship Type="http://schemas.openxmlformats.org/officeDocument/2006/relationships/notesMaster" Target="/ppt/notesMasters/notesMaster1.xml" Id="R8a0096a8642843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7c368373434b94" /><Relationship Type="http://schemas.openxmlformats.org/officeDocument/2006/relationships/notesMaster" Target="/ppt/notesMasters/notesMaster1.xml" Id="R290babb4a27d4a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dcc932efc84a14" /><Relationship Type="http://schemas.openxmlformats.org/officeDocument/2006/relationships/notesMaster" Target="/ppt/notesMasters/notesMaster1.xml" Id="Re947f3af9a064c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7911eeb8c64e2c" /><Relationship Type="http://schemas.openxmlformats.org/officeDocument/2006/relationships/notesMaster" Target="/ppt/notesMasters/notesMaster1.xml" Id="Rdcdb01da225e4d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a18d3c9fc44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a273463414b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e170a3c7a4b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2b46a51f5e4a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5c1b308094a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b9fbba7be4eb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4d37b7e0c4c0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e5460e0a94c9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55a054a504c5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2d095cc234f4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8923fb4be4a8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F54376-C0AD-4E4B-81D1-CC8E1AC8D18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E4B58D3-4C08-4356-B2FF-17E4A0EFBB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17EEB4-F43F-4F59-A0FA-0C884E7F23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5/30/2026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73D874-161D-43FD-8C82-225FB6F0D7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267E92-B58F-4532-A9D9-8F3E4C328E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7FB06C-A2F3-4E2E-A27C-FAC387B4AD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23C4F34-23C0-4106-843A-510DACB940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9562E8E-9940-455A-8D58-C7F358F1F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5/30/2026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72C901-F448-4E84-ADC2-7BBDDAC773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1AA58B-03E8-48ED-A07D-C63060E128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82DE5D-FF08-4833-B077-586078A43A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EF3C25-5AF9-4DFD-839F-F42D773976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36CEB62-057D-4256-B1B4-1C3C90A6DE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5/30/2026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0BEB32-D113-4715-9B63-2F76CCD20B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16F156-F502-4B36-B740-2C7965EAF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537CDB-6D94-4640-901C-1337B0A2D1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0B4DA1-E8F3-43F3-AEB9-7034E24E8A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33A7681-A582-4D13-879F-17B962E5639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AD4CABF-B547-481B-9E7B-0D742329EE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5/30/2026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34FE498-B105-4B59-94D1-7A5BE49899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69D21DF-3357-48F2-AF85-B4850944B3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F26354-A6A2-4C77-90D6-7130116A4C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38B23F-7906-4F29-BC3D-E71D365092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6D634BB-BCF2-4461-B215-04A28E64ECB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1F02DD6-AE14-4CDB-9E26-E62000FC413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0EA3C5F-63A4-4D75-9485-723B15AAF31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0269019-6FC8-4D9E-B4B8-154CF30B41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5/30/2026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C5D7BA8-8870-4AB4-A9A9-9E9E7442F5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92E10EC-2679-44A2-96D5-8CC02641D7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63F1A5-4DD7-4C97-BDC3-E3C1B31C8C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7FD3FA8-DE70-4FD2-8EAF-C1703D2458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5/30/2026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D4DA526-7518-4EA8-B414-FDA87A8578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11FF0C6-D41D-4BD3-9DD6-1947BFD7FC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F300E3A-3073-4684-9AD0-0BDB8E44A1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5/30/2026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BEF67BE-1844-4B59-B750-4FA7E54BAE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36C19D1-3948-454F-8D49-4E3508B917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D4B68A-B84A-428D-8644-817CBB14B9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111D09-B53B-42C6-A780-3D4D51F2D85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C8EF743-AA83-4B37-9938-232FE674C0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293E0E5-F071-4F70-B730-786E24340C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5/30/2026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E681C1C-E8FC-4064-8607-D151DD06EA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B08A7D8-1D6A-40FF-B2D2-5002778E28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915042-7182-467A-A29F-FDD2E7BE2B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A72204C-159A-46C7-B4B1-58F4796E6EE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6AE6D1B-F205-4762-891B-76631841E5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8F44DCC-F9F5-472A-A3B4-B3C5021333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5/30/2026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42E53FE-F8AA-41FB-9B67-D2167CAE6C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800F0B9-181B-4B88-8B96-5F690209AE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27E82B-7D23-4458-9D0E-85C3ECCA67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7DD7379-B0DB-4E86-8997-185CCFBCD9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3AB73A-CBBD-4134-8E7B-A79143E2CF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5/30/2026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72624D-1B55-4F5A-9EA4-168D66034E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5801985-740B-42A0-8D17-DC17C8383D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F21BD43-7B3A-43A6-AB6A-2B5E7D2A6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EE8321-4CB1-4C50-B08F-FD6B02D380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F5497B3-7ECD-43D9-A280-6D55412A6B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5/30/2026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F814E9-1D1D-42FE-8287-75C06A5D8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240BBA-2F1B-4E8B-B7D9-64DD95F3C9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07da80015d4fe9" /><Relationship Type="http://schemas.openxmlformats.org/officeDocument/2006/relationships/slideLayout" Target="/ppt/slideLayouts/slideLayout1.xml" Id="R110c98a8f750489c" /><Relationship Type="http://schemas.openxmlformats.org/officeDocument/2006/relationships/slideLayout" Target="/ppt/slideLayouts/slideLayout2.xml" Id="R9321e6029f824482" /><Relationship Type="http://schemas.openxmlformats.org/officeDocument/2006/relationships/slideLayout" Target="/ppt/slideLayouts/slideLayout3.xml" Id="R2ea052e0f65340d1" /><Relationship Type="http://schemas.openxmlformats.org/officeDocument/2006/relationships/slideLayout" Target="/ppt/slideLayouts/slideLayout4.xml" Id="Rf336e77ca3344e76" /><Relationship Type="http://schemas.openxmlformats.org/officeDocument/2006/relationships/slideLayout" Target="/ppt/slideLayouts/slideLayout5.xml" Id="Rb7978193f81f4f89" /><Relationship Type="http://schemas.openxmlformats.org/officeDocument/2006/relationships/slideLayout" Target="/ppt/slideLayouts/slideLayout6.xml" Id="R05967967fdf6489e" /><Relationship Type="http://schemas.openxmlformats.org/officeDocument/2006/relationships/slideLayout" Target="/ppt/slideLayouts/slideLayout7.xml" Id="R3f7b7ce1a3894667" /><Relationship Type="http://schemas.openxmlformats.org/officeDocument/2006/relationships/slideLayout" Target="/ppt/slideLayouts/slideLayout8.xml" Id="Rece2452550a84ffd" /><Relationship Type="http://schemas.openxmlformats.org/officeDocument/2006/relationships/slideLayout" Target="/ppt/slideLayouts/slideLayout9.xml" Id="R5587aee9e59d430a" /><Relationship Type="http://schemas.openxmlformats.org/officeDocument/2006/relationships/slideLayout" Target="/ppt/slideLayouts/slideLayout10.xml" Id="Rea167ad910354b21" /><Relationship Type="http://schemas.openxmlformats.org/officeDocument/2006/relationships/slideLayout" Target="/ppt/slideLayouts/slideLayout11.xml" Id="R76b987061e0b46a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74DB430-51C2-4B39-8753-D2F8D5D10E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66C92D-6AFD-4C02-B7D0-DD08228F2E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01B577-9682-41A7-9BFF-0CF8641C3F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5/30/2026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3AD81B-8CA1-4305-9855-ADA05CD114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FB89BD-3EFD-40C7-B551-64D41046B2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0c98a8f750489c"/>
    <p:sldLayoutId xmlns:r="http://schemas.openxmlformats.org/officeDocument/2006/relationships" id="2147483650" r:id="R9321e6029f824482"/>
    <p:sldLayoutId xmlns:r="http://schemas.openxmlformats.org/officeDocument/2006/relationships" id="2147483651" r:id="R2ea052e0f65340d1"/>
    <p:sldLayoutId xmlns:r="http://schemas.openxmlformats.org/officeDocument/2006/relationships" id="2147483652" r:id="Rf336e77ca3344e76"/>
    <p:sldLayoutId xmlns:r="http://schemas.openxmlformats.org/officeDocument/2006/relationships" id="2147483653" r:id="Rb7978193f81f4f89"/>
    <p:sldLayoutId xmlns:r="http://schemas.openxmlformats.org/officeDocument/2006/relationships" id="2147483654" r:id="R05967967fdf6489e"/>
    <p:sldLayoutId xmlns:r="http://schemas.openxmlformats.org/officeDocument/2006/relationships" id="2147483655" r:id="R3f7b7ce1a3894667"/>
    <p:sldLayoutId xmlns:r="http://schemas.openxmlformats.org/officeDocument/2006/relationships" id="2147483656" r:id="Rece2452550a84ffd"/>
    <p:sldLayoutId xmlns:r="http://schemas.openxmlformats.org/officeDocument/2006/relationships" id="2147483657" r:id="R5587aee9e59d430a"/>
    <p:sldLayoutId xmlns:r="http://schemas.openxmlformats.org/officeDocument/2006/relationships" id="2147483658" r:id="Rea167ad910354b21"/>
    <p:sldLayoutId xmlns:r="http://schemas.openxmlformats.org/officeDocument/2006/relationships" id="2147483659" r:id="R76b987061e0b46a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6bf1fcbc3b41b1" /><Relationship Type="http://schemas.openxmlformats.org/officeDocument/2006/relationships/image" Target="/ppt/media/image.jpeg" Id="R63b32fa0c0fc4e14" /><Relationship Type="http://schemas.openxmlformats.org/officeDocument/2006/relationships/notesSlide" Target="/ppt/notesSlides/notesSlide1.xml" Id="R94afe534dcaa45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75ff9f4dcf4c5f" /><Relationship Type="http://schemas.openxmlformats.org/officeDocument/2006/relationships/image" Target="/ppt/media/image2.jpeg" Id="Rfd1cec0f30aa4936" /><Relationship Type="http://schemas.openxmlformats.org/officeDocument/2006/relationships/notesSlide" Target="/ppt/notesSlides/notesSlide2.xml" Id="R374ce236af774c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87ce036b7a4700" /><Relationship Type="http://schemas.openxmlformats.org/officeDocument/2006/relationships/image" Target="/ppt/media/image2.jpeg" Id="R44b3f632307445ac" /><Relationship Type="http://schemas.openxmlformats.org/officeDocument/2006/relationships/notesSlide" Target="/ppt/notesSlides/notesSlide3.xml" Id="R787f855d53ee49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f600f969334326" /><Relationship Type="http://schemas.openxmlformats.org/officeDocument/2006/relationships/image" Target="/ppt/media/image2.jpeg" Id="R497f92b861bf40ce" /><Relationship Type="http://schemas.openxmlformats.org/officeDocument/2006/relationships/notesSlide" Target="/ppt/notesSlides/notesSlide4.xml" Id="Read3e4742b2a47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73846a96cc41cb" /><Relationship Type="http://schemas.openxmlformats.org/officeDocument/2006/relationships/image" Target="/ppt/media/image2.jpeg" Id="Rc020a20641f94268" /><Relationship Type="http://schemas.openxmlformats.org/officeDocument/2006/relationships/notesSlide" Target="/ppt/notesSlides/notesSlide5.xml" Id="Rc3950a2ddc9b4c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1229cf2b64482a" /><Relationship Type="http://schemas.openxmlformats.org/officeDocument/2006/relationships/image" Target="/ppt/media/image2.jpeg" Id="Rdc6b30fc5e744a40" /><Relationship Type="http://schemas.openxmlformats.org/officeDocument/2006/relationships/image" Target="/ppt/media/image.png" Id="R553ac9f427f34c4b" /><Relationship Type="http://schemas.openxmlformats.org/officeDocument/2006/relationships/image" Target="/ppt/media/image2.png" Id="R7a19ca3ed1594a18" /><Relationship Type="http://schemas.openxmlformats.org/officeDocument/2006/relationships/image" Target="/ppt/media/image3.png" Id="R6eea930b5b244213" /><Relationship Type="http://schemas.openxmlformats.org/officeDocument/2006/relationships/notesSlide" Target="/ppt/notesSlides/notesSlide6.xml" Id="R88424120c54e43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7799a8756744d5" /><Relationship Type="http://schemas.openxmlformats.org/officeDocument/2006/relationships/image" Target="/ppt/media/image2.jpeg" Id="R9144c5110a914acd" /><Relationship Type="http://schemas.openxmlformats.org/officeDocument/2006/relationships/notesSlide" Target="/ppt/notesSlides/notesSlide7.xml" Id="R257bb1df298a49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092290b48345e3" /><Relationship Type="http://schemas.openxmlformats.org/officeDocument/2006/relationships/image" Target="/ppt/media/image2.jpeg" Id="R9b52b2d868354265" /><Relationship Type="http://schemas.openxmlformats.org/officeDocument/2006/relationships/image" Target="/ppt/media/image4.png" Id="Rcfb724267332486b" /><Relationship Type="http://schemas.openxmlformats.org/officeDocument/2006/relationships/image" Target="/ppt/media/image5.png" Id="R8b37fe3f56684e81" /><Relationship Type="http://schemas.openxmlformats.org/officeDocument/2006/relationships/image" Target="/ppt/media/image6.png" Id="Rc5f1812964c441c6" /><Relationship Type="http://schemas.openxmlformats.org/officeDocument/2006/relationships/notesSlide" Target="/ppt/notesSlides/notesSlide8.xml" Id="R41a8b23f398449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8bf5db8408495f" /><Relationship Type="http://schemas.openxmlformats.org/officeDocument/2006/relationships/image" Target="/ppt/media/image2.jpeg" Id="Rf57dc17444294a2d" /><Relationship Type="http://schemas.openxmlformats.org/officeDocument/2006/relationships/image" Target="/ppt/media/image7.png" Id="R94305bc48beb4ebb" /><Relationship Type="http://schemas.openxmlformats.org/officeDocument/2006/relationships/image" Target="/ppt/media/image8.png" Id="Rff5c63483d14480c" /><Relationship Type="http://schemas.openxmlformats.org/officeDocument/2006/relationships/image" Target="/ppt/media/image9.png" Id="Rb51b68b12a654f49" /><Relationship Type="http://schemas.openxmlformats.org/officeDocument/2006/relationships/image" Target="/ppt/media/image10.png" Id="R974c3c064c7a48cb" /><Relationship Type="http://schemas.openxmlformats.org/officeDocument/2006/relationships/notesSlide" Target="/ppt/notesSlides/notesSlide9.xml" Id="R52dad25d767644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b33e5e0e284c76" /><Relationship Type="http://schemas.openxmlformats.org/officeDocument/2006/relationships/image" Target="/ppt/media/image2.jpeg" Id="R89043e06f1794c85" /><Relationship Type="http://schemas.openxmlformats.org/officeDocument/2006/relationships/notesSlide" Target="/ppt/notesSlides/notesSlide10.xml" Id="Ra4723285dda146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39fa54b1ac46b6" /><Relationship Type="http://schemas.openxmlformats.org/officeDocument/2006/relationships/image" Target="/ppt/media/image2.jpeg" Id="R775baafe0edf43c7" /><Relationship Type="http://schemas.openxmlformats.org/officeDocument/2006/relationships/notesSlide" Target="/ppt/notesSlides/notesSlide11.xml" Id="R4aa2b0a2e22f43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78d66332ab4c9c" /><Relationship Type="http://schemas.openxmlformats.org/officeDocument/2006/relationships/image" Target="/ppt/media/image2.jpeg" Id="Rd52d365e41dd4084" /><Relationship Type="http://schemas.openxmlformats.org/officeDocument/2006/relationships/notesSlide" Target="/ppt/notesSlides/notesSlide12.xml" Id="Rbadc9d11822e40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e3b9d839454495" /><Relationship Type="http://schemas.openxmlformats.org/officeDocument/2006/relationships/image" Target="/ppt/media/image2.jpeg" Id="R53c6a89abd034cd5" /><Relationship Type="http://schemas.openxmlformats.org/officeDocument/2006/relationships/notesSlide" Target="/ppt/notesSlides/notesSlide13.xml" Id="Rccb32c01327942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17621692ab432d" /><Relationship Type="http://schemas.openxmlformats.org/officeDocument/2006/relationships/image" Target="/ppt/media/image.jpeg" Id="Ra1c740d426ed4727" /><Relationship Type="http://schemas.openxmlformats.org/officeDocument/2006/relationships/notesSlide" Target="/ppt/notesSlides/notesSlide14.xml" Id="R0111d6807d7f43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32fa0c0fc4e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1939C6D-1B36-4935-9617-C3C4D9D5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23" y="816099"/>
            <a:ext cx="7020000" cy="25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</a:t>
            </a: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отказов</a:t>
            </a:r>
            <a:b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промышленного</a:t>
            </a: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оборудования</a:t>
            </a:r>
            <a:endParaRPr sz="4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835CA5C-71FB-4AF4-AF30-FE42816F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23" y="3581615"/>
            <a:ext cx="7920000" cy="19491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Дисциплина: «Автоматизация машинного обучения»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  <a:endParaRPr sz="22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Яньшин А.</a:t>
            </a:r>
            <a:endParaRPr sz="22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10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Форк группового проекта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10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Архивная презентация: результаты исходной версии</a:t>
            </a:r>
          </a:p>
        </p:txBody>
      </p:sp>
    </p:spTree>
    <p:extLst>
      <p:ext uri="{BB962C8B-B14F-4D97-AF65-F5344CB8AC3E}">
        <p14:creationId xmlns:p14="http://schemas.microsoft.com/office/powerpoint/2010/main" val="16393037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cec0f30aa4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84394A7-68C8-490B-84B2-0EC067F7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432000"/>
            <a:ext cx="100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Автор и происхождение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9ED3D6C-9224-4B07-96B7-ADFE05DF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1512000"/>
            <a:ext cx="1008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Яньшин А.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Автор доработок и оформления форка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t/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Групповой учебный ML-проект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t/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Рефакторинг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Poetry, pre-commit, линтеры и окружение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t/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Представленные метрики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Исторические результаты исходного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9893354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3f632307445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88D38F0-BCBA-4288-A8B6-50E7DE8E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432000"/>
            <a:ext cx="100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Бизнес-задача: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7676BFE-6E4C-4C29-B992-52A8FF05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1512000"/>
            <a:ext cx="1008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Производственное оборудование генерирует телеметрию: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температура, обороты, момент, износ инструмента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Задача: заранее оценивать вероятность отказа (Machine failure)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endParaRPr sz="2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Цели: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Сократить внеплановые простои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Планировать обслуживание по риску, а не по календарю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Выдавать рекомендации по КПД и износу инструмента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Переход от календарного ТО к предиктивному обслуживанию</a:t>
            </a:r>
          </a:p>
        </p:txBody>
      </p:sp>
    </p:spTree>
    <p:extLst>
      <p:ext uri="{BB962C8B-B14F-4D97-AF65-F5344CB8AC3E}">
        <p14:creationId xmlns:p14="http://schemas.microsoft.com/office/powerpoint/2010/main" val="9112041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f92b861bf40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A7CB07-51AC-4C1F-A8EF-F31BE8EB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432000"/>
            <a:ext cx="100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Данные и ETL: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9BFB06C-DDC3-48EC-A9FE-1E27B9A6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1512000"/>
            <a:ext cx="1008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Источник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данных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Kaggle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Playground Series S3E17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Train: ~136 429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записей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|  Test: ~90 954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записей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Целевая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переменная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Machine failure (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дисбаланс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~1,6%)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Типы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оборудования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L (low), M (medium), H (high)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Сырые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признаки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Air/Process temperature [K], Rotational speed [rpm]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Torque [Nm], Tool wear [min], Type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Флаги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отказов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TWF, HDF, PWF, OSF, RNF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Инженерные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признаки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(feature engineering):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delta_temperature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[K], Power [kW], efficiency [%]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air_mass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air_heat_power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[kW],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total_failures_cum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55889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0a20641f94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89D46EA-FE04-4D97-84C5-02574C1B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432000"/>
            <a:ext cx="100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Архитектура ML-пайплайна: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3271E99-65D4-4CE9-8138-C9980C1B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1227915"/>
            <a:ext cx="1008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Поток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данных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endParaRPr sz="2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train.csv / test.csv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    ↓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ETL: load.py → features.py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    ↓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train.py  →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model.cbm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+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MLflow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tracking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    ↓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predict.py  →  predictions.csv  +  maintenance_recommendations.csv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DevOps: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Docker —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воспроизводимый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запуск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train/predict в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контейнере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GitHub Actions — CI: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pytest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+ Docker smoke train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MLflow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— tracking URI: artifacts/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mlflow.db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+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mlartifacts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54748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b30fc5e744a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C8507E6-B89E-482D-8643-7DB7A88A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180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EDA — разведочный анализ данных:</a:t>
            </a:r>
          </a:p>
        </p:txBody>
      </p:sp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ac9f427f34c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000" y="1080000"/>
            <a:ext cx="3780000" cy="2700000"/>
          </a:xfrm>
          <a:prstGeom xmlns:a="http://schemas.openxmlformats.org/drawingml/2006/main" prst="rect">
            <a:avLst/>
          </a:prstGeom>
        </p:spPr>
      </p:pic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9ca3ed1594a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0000" y="1080000"/>
            <a:ext cx="3780000" cy="2700000"/>
          </a:xfrm>
          <a:prstGeom xmlns:a="http://schemas.openxmlformats.org/drawingml/2006/main" prst="rect">
            <a:avLst/>
          </a:prstGeom>
        </p:spPr>
      </p:pic>
      <p:pic>
        <p:nvPicPr>
          <p:cNvPr id="1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a930b5b2442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0000" y="1080000"/>
            <a:ext cx="3780000" cy="27000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927AB4-0045-43A5-8C75-EBCB5E0B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00" y="3888000"/>
            <a:ext cx="37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600" b="0">
                <a:solidFill>
                  <a:srgbClr val="9DC3E6"/>
                </a:solidFill>
                <a:latin typeface="Arial"/>
                <a:ea typeface="Arial"/>
                <a:cs typeface="Arial"/>
              </a:rPr>
              <a:t>Распределение отказов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820501D-E040-44E8-BC76-A8A93EAA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000" y="3888000"/>
            <a:ext cx="37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600" b="0">
                <a:solidFill>
                  <a:srgbClr val="9DC3E6"/>
                </a:solidFill>
                <a:latin typeface="Arial"/>
                <a:ea typeface="Arial"/>
                <a:cs typeface="Arial"/>
              </a:rPr>
              <a:t>КПД vs износ инструмента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E3A65EC-180E-431A-B70E-CD046D00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000" y="3888000"/>
            <a:ext cx="37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600" b="0">
                <a:solidFill>
                  <a:srgbClr val="9DC3E6"/>
                </a:solidFill>
                <a:latin typeface="Arial"/>
                <a:ea typeface="Arial"/>
                <a:cs typeface="Arial"/>
              </a:rPr>
              <a:t>Тренд КПД по износу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77A38DD-8FA1-40F7-84CA-39785EE8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00" y="4241080"/>
            <a:ext cx="1152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Ключевые</a:t>
            </a: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выводы</a:t>
            </a: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EDA: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Средний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КПД: 55,82%  | 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Средний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износ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104,4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мин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| 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Всего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отказов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4 239 (~1,8%)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Сильная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отрицательная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корреляция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КПД и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износа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инструмента</a:t>
            </a:r>
            <a:endParaRPr sz="16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Отказы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чаще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износе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~1,2×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выше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среднего</a:t>
            </a:r>
            <a:endParaRPr sz="16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Рекомендации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оповещение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КПД &lt; 80%,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замена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инструмента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~200 </a:t>
            </a: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мин</a:t>
            </a:r>
            <a:endParaRPr sz="16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49449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4c5110a914a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5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BDFE2C7-830F-4899-9E83-93D25801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432000"/>
            <a:ext cx="100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ML-модель: CatBoostClassifier: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67EDEC-6646-4879-8780-ECC9E448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1121382"/>
            <a:ext cx="1008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Алгоритм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CatBoostClassifier</a:t>
            </a:r>
            <a:endParaRPr sz="2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Градиентный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бустинг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с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нативной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поддержкой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категориальных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признаков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Нативная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с Type,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флагами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отказов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(TWF, HDF, PWF, OSF)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Ключевые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параметры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auto_class_weights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= Balanced  —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борьба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с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дисбалансом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классов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(~1,6%)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Early stopping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AUC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validation set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Валидация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stratified hold-out 80/20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Конфигурация</a:t>
            </a: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 src/config.py (CATBOOST_PARAMS</a:t>
            </a: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)</a:t>
            </a:r>
            <a:endParaRPr sz="2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Важность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признаков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(Top-5):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Torque [Nm]: 11,37  |  Air temperature [K]: 10,75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Rotational speed [rpm]: 10,68  |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air_mass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9,97  |  Tool wear [min]: 9,87</a:t>
            </a:r>
          </a:p>
        </p:txBody>
      </p:sp>
    </p:spTree>
    <p:extLst>
      <p:ext uri="{BB962C8B-B14F-4D97-AF65-F5344CB8AC3E}">
        <p14:creationId xmlns:p14="http://schemas.microsoft.com/office/powerpoint/2010/main" val="5195692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2b2d8683542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8DC4DD-C241-41BE-9EE3-7F9046D1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180000"/>
            <a:ext cx="72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Метрики модели: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8EF6721-1326-4815-95BE-E7660943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00" y="1007999"/>
            <a:ext cx="3600000" cy="5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Текущие метрики пайплайна: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(smoke 5 000 строк, stratified 80/20)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endParaRPr sz="16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ROC-AUC:   0,934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Recall:       0,786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Precision:  0,393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F1:             0,524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Accuracy:  0,980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Время обучения: ~5,3 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Низкий Precision типичен для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несбалансированного класса: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 агрессивнее ловит отказы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(высокий Recall)</a:t>
            </a:r>
          </a:p>
        </p:txBody>
      </p:sp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72426733248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60000" y="900000"/>
            <a:ext cx="3780000" cy="2340000"/>
          </a:xfrm>
          <a:prstGeom xmlns:a="http://schemas.openxmlformats.org/drawingml/2006/main" prst="rect">
            <a:avLst/>
          </a:prstGeom>
        </p:spPr>
      </p:pic>
      <p:pic>
        <p:nvPicPr>
          <p:cNvPr id="1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7fe3f56684e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0000" y="900000"/>
            <a:ext cx="3780000" cy="2340000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1812964c441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60000" y="3420000"/>
            <a:ext cx="7740000" cy="234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578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dc17444294a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B3510ED-EC67-4816-AFD6-71471440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180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Мониторинг модели и инфраструктуры:</a:t>
            </a:r>
          </a:p>
        </p:txBody>
      </p:sp>
      <p:pic>
        <p:nvPicPr>
          <p:cNvPr id="1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05bc48beb4e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000" y="1007999"/>
            <a:ext cx="5580000" cy="2700000"/>
          </a:xfrm>
          <a:prstGeom xmlns:a="http://schemas.openxmlformats.org/drawingml/2006/main" prst="rect">
            <a:avLst/>
          </a:prstGeom>
        </p:spPr>
      </p:pic>
      <p:pic>
        <p:nvPicPr>
          <p:cNvPr id="2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c63483d1448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0000" y="1007999"/>
            <a:ext cx="5580000" cy="2700000"/>
          </a:xfrm>
          <a:prstGeom xmlns:a="http://schemas.openxmlformats.org/drawingml/2006/main" prst="rect">
            <a:avLst/>
          </a:prstGeom>
        </p:spPr>
      </p:pic>
      <p:pic>
        <p:nvPicPr>
          <p:cNvPr id="2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b68b12a654f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000" y="3888000"/>
            <a:ext cx="5580000" cy="2700000"/>
          </a:xfrm>
          <a:prstGeom xmlns:a="http://schemas.openxmlformats.org/drawingml/2006/main" prst="rect">
            <a:avLst/>
          </a:prstGeom>
        </p:spPr>
      </p:pic>
      <p:pic>
        <p:nvPicPr>
          <p:cNvPr id="2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c3c064c7a48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0000" y="3888000"/>
            <a:ext cx="5580000" cy="2700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2DC22C7-FBE1-4A47-9FD5-326FA5A4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" y="675000"/>
            <a:ext cx="55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500" b="0">
                <a:solidFill>
                  <a:srgbClr val="9DC3E6"/>
                </a:solidFill>
                <a:latin typeface="Arial"/>
                <a:ea typeface="Arial"/>
                <a:cs typeface="Arial"/>
              </a:rPr>
              <a:t>Метрики</a:t>
            </a:r>
            <a:r>
              <a:rPr sz="1500" b="0">
                <a:solidFill>
                  <a:srgbClr val="9DC3E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>
                <a:solidFill>
                  <a:srgbClr val="9DC3E6"/>
                </a:solidFill>
                <a:latin typeface="Arial"/>
                <a:ea typeface="Arial"/>
                <a:cs typeface="Arial"/>
              </a:rPr>
              <a:t>модели</a:t>
            </a:r>
            <a:endParaRPr sz="1500" b="0">
              <a:solidFill>
                <a:srgbClr val="9DC3E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10B6CBE-7BE5-4E0A-A46F-FC914E39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0" y="669110"/>
            <a:ext cx="55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500" b="0">
                <a:solidFill>
                  <a:srgbClr val="9DC3E6"/>
                </a:solidFill>
                <a:latin typeface="Arial"/>
                <a:ea typeface="Arial"/>
                <a:cs typeface="Arial"/>
              </a:rPr>
              <a:t>Инфраструктура</a:t>
            </a:r>
            <a:r>
              <a:rPr sz="1500" b="0">
                <a:solidFill>
                  <a:srgbClr val="9DC3E6"/>
                </a:solidFill>
                <a:latin typeface="Arial"/>
                <a:ea typeface="Arial"/>
                <a:cs typeface="Arial"/>
              </a:rPr>
              <a:t> (</a:t>
            </a:r>
            <a:r>
              <a:rPr sz="1500" b="0">
                <a:solidFill>
                  <a:srgbClr val="9DC3E6"/>
                </a:solidFill>
                <a:latin typeface="Arial"/>
                <a:ea typeface="Arial"/>
                <a:cs typeface="Arial"/>
              </a:rPr>
              <a:t>обучение</a:t>
            </a:r>
            <a:r>
              <a:rPr sz="1500" b="0">
                <a:solidFill>
                  <a:srgbClr val="9DC3E6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EC129BD-423E-4059-9318-6F7E00A8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" y="3780000"/>
            <a:ext cx="55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500" b="0">
                <a:solidFill>
                  <a:srgbClr val="9DC3E6"/>
                </a:solidFill>
                <a:latin typeface="Arial"/>
                <a:ea typeface="Arial"/>
                <a:cs typeface="Arial"/>
              </a:rPr>
              <a:t>Инфраструктура (инференс)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F751F6D-D169-4CC2-9BD7-35B5E3B5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0" y="3780000"/>
            <a:ext cx="55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500" b="0">
                <a:solidFill>
                  <a:srgbClr val="9DC3E6"/>
                </a:solidFill>
                <a:latin typeface="Arial"/>
                <a:ea typeface="Arial"/>
                <a:cs typeface="Arial"/>
              </a:rPr>
              <a:t>Data Drift (PSI)</a:t>
            </a:r>
          </a:p>
        </p:txBody>
      </p:sp>
    </p:spTree>
    <p:extLst>
      <p:ext uri="{BB962C8B-B14F-4D97-AF65-F5344CB8AC3E}">
        <p14:creationId xmlns:p14="http://schemas.microsoft.com/office/powerpoint/2010/main" val="13999760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43e06f1794c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F1BFA95-ECE1-496B-9E66-750B9A5E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432000"/>
            <a:ext cx="100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отслеживает мониторинг: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E16540-1845-43E3-9428-642DEE1F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1512000"/>
            <a:ext cx="1008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обучении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Качество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модели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ROC-AUC, Recall, Precision, F1 →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MLflow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+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metrics.json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Качество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данных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пропуски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target_rate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распределение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Type →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data_quality.json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Инфраструктура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CPU/RAM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после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время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обучения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(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psutil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инференсе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Доля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risk_level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=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Высокий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в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прогнозах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PSI (Population Stability Index) —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дрейф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признаков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train→test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CPU/RAM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после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время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инференса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(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rows_per_sec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Текущий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статус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дрейфа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overall_status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= stable  |  PSI &lt; 0,001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всем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признакам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стабильна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test-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выборке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49783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baafe0edf43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6062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1C49EA-E6DE-4CCB-B0BE-A2BF1172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432000"/>
            <a:ext cx="100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 и CI/CD: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C494268-2F67-4ABD-AF12-C8ACAEBF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1050361"/>
            <a:ext cx="1008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Базовый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образ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python:3.11-slim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Воспроизводимость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—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фиксированные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версии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библиотек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Изоляция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—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независимость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локального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окружения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compose up train  |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compose up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mlflow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(UI: localhost:5000)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CI/CD (GitHub Actions):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checkout → setup-python 3.11 → pip install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pytest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-q  —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автоматические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тесты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build + smoke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src.train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--smoke в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контейнере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Тестирование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(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pytest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):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test_load.py —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схема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train.csv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test_features.py —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формулы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Power, efficiency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test_train.py — smoke-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обучение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и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метрики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05892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d365e41dd40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C28C23-1EF3-49D7-9994-9FE50C8E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432000"/>
            <a:ext cx="100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Результаты инференса и рекомендации: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58AF70A-93CD-4582-BE9F-1E125C7C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1121382"/>
            <a:ext cx="1008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Прогнозы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 90 954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единицы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оборудования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(test.csv)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endParaRPr sz="2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Распределение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уровню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риска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Низкий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риск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    45 477  (~50%)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Средний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риск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 36 381  (~40%)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Высокий</a:t>
            </a: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риск</a:t>
            </a: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    9 096  (~10%)  ← </a:t>
            </a: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приоритетное</a:t>
            </a: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обслуживание</a:t>
            </a:r>
            <a:endParaRPr sz="2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endParaRPr sz="2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Рекомендации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обслуживанию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Низкая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эффективность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настроить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систему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КПД &lt; 50%  [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Высокий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приоритет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]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Критический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износ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плановые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замены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износе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&gt; 192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мин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[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Высокий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приоритет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]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Высокий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отказа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целевое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обслуживание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risk_level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=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Высокий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[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Высокий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приоритет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]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Время</a:t>
            </a: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инференса</a:t>
            </a: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~0,01 с (</a:t>
            </a: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) / ~1,2 с (</a:t>
            </a: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полный</a:t>
            </a: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pipeline </a:t>
            </a: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</a:t>
            </a: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90 954 </a:t>
            </a: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строк</a:t>
            </a: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67813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6a89abd034c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79CF1EC-5DBB-4AE7-A111-BF05845A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432000"/>
            <a:ext cx="100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Итоги проекта: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113F618-C854-469D-B6B8-0F692745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1201281"/>
            <a:ext cx="10080000" cy="5153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Реализован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автоматизированный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ML-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пайплайн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ETL →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CatBoost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→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MLflow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→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Инференс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→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Мониторинг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Достигнутые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результаты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ROC-AUC = 0,934  |  Recall = 0,786  —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эффективно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выявляет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отказы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9 096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единиц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оборудования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(~10%) с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высоким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риском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—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приоритетное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ТО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Дрейф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данных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выявлен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(PSI &lt; 0,001) —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стабильна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Покрыты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требования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ТЗ: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pytest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Docker, CI/CD,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MLflow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мониторинг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(PSI, CPU/RAM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)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Дальнейшее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развитие</a:t>
            </a: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Production-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флагов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отказов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(TWF/HDF/PWF/OSF)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REST API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интеграции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с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IoT-системами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Алерты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превышении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порогов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риска</a:t>
            </a: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endParaRPr sz="20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GitHub: Deferon/auto_ML-prediction_machines_failures_fork</a:t>
            </a:r>
          </a:p>
        </p:txBody>
      </p:sp>
    </p:spTree>
    <p:extLst>
      <p:ext uri="{BB962C8B-B14F-4D97-AF65-F5344CB8AC3E}">
        <p14:creationId xmlns:p14="http://schemas.microsoft.com/office/powerpoint/2010/main" val="16339874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740d426ed47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C533332-1350-4F17-B9BF-8C4BBDDF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74" y="2160000"/>
            <a:ext cx="10080000" cy="193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</a:t>
            </a: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</a:t>
            </a: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внимание</a:t>
            </a: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
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532E6EE-46FF-40A1-A7F9-8F4E38BD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4860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2000" b="0">
                <a:solidFill>
                  <a:srgbClr val="9DC3E6"/>
                </a:solidFill>
                <a:latin typeface="Arial"/>
                <a:ea typeface="Arial"/>
                <a:cs typeface="Arial"/>
              </a:rPr>
              <a:t>GitHub: Deferon/auto_ML-prediction_machines_failures_fork</a:t>
            </a:r>
          </a:p>
        </p:txBody>
      </p:sp>
    </p:spTree>
    <p:extLst>
      <p:ext uri="{BB962C8B-B14F-4D97-AF65-F5344CB8AC3E}">
        <p14:creationId xmlns:p14="http://schemas.microsoft.com/office/powerpoint/2010/main" val="98651895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Яньшин А.</dc:creator>
  <lastModifiedBy>Яньшин А.</lastModifiedBy>
  <dc:title>Presentation</dc:title>
  <dcterms:created xsi:type="dcterms:W3CDTF">2026-10-04T22:47:44.7010000Z</dcterms:created>
  <dcterms:modified xsi:type="dcterms:W3CDTF">2026-10-04T22:47:44.7010000Z</dcterms:modified>
</coreProperties>
</file>